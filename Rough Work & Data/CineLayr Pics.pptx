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80" r:id="rId3"/>
    <p:sldId id="281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4577D2-DD11-42CB-B1E3-446F6802244A}" v="111" dt="2024-01-18T18:34:06.4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80652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sh Minde." userId="4728fa40ad6cbbd2" providerId="LiveId" clId="{4E4577D2-DD11-42CB-B1E3-446F6802244A}"/>
    <pc:docChg chg="undo custSel addSld delSld modSld">
      <pc:chgData name="Harsh Minde." userId="4728fa40ad6cbbd2" providerId="LiveId" clId="{4E4577D2-DD11-42CB-B1E3-446F6802244A}" dt="2024-01-18T20:39:51.881" v="254" actId="47"/>
      <pc:docMkLst>
        <pc:docMk/>
      </pc:docMkLst>
      <pc:sldChg chg="delSp del mod">
        <pc:chgData name="Harsh Minde." userId="4728fa40ad6cbbd2" providerId="LiveId" clId="{4E4577D2-DD11-42CB-B1E3-446F6802244A}" dt="2024-01-15T09:21:07.581" v="11" actId="2696"/>
        <pc:sldMkLst>
          <pc:docMk/>
          <pc:sldMk cId="2534255843" sldId="256"/>
        </pc:sldMkLst>
        <pc:spChg chg="del">
          <ac:chgData name="Harsh Minde." userId="4728fa40ad6cbbd2" providerId="LiveId" clId="{4E4577D2-DD11-42CB-B1E3-446F6802244A}" dt="2024-01-15T09:20:31.628" v="0" actId="478"/>
          <ac:spMkLst>
            <pc:docMk/>
            <pc:sldMk cId="2534255843" sldId="256"/>
            <ac:spMk id="2" creationId="{6815E53D-A22C-AC04-A8D2-3B2091531D7D}"/>
          </ac:spMkLst>
        </pc:spChg>
        <pc:spChg chg="del">
          <ac:chgData name="Harsh Minde." userId="4728fa40ad6cbbd2" providerId="LiveId" clId="{4E4577D2-DD11-42CB-B1E3-446F6802244A}" dt="2024-01-15T09:20:31.628" v="0" actId="478"/>
          <ac:spMkLst>
            <pc:docMk/>
            <pc:sldMk cId="2534255843" sldId="256"/>
            <ac:spMk id="3" creationId="{30C9B8E8-9AF9-612A-1879-A51A0737F7F8}"/>
          </ac:spMkLst>
        </pc:spChg>
      </pc:sldChg>
      <pc:sldChg chg="addSp delSp modSp mod">
        <pc:chgData name="Harsh Minde." userId="4728fa40ad6cbbd2" providerId="LiveId" clId="{4E4577D2-DD11-42CB-B1E3-446F6802244A}" dt="2024-01-15T10:06:23.533" v="221" actId="17032"/>
        <pc:sldMkLst>
          <pc:docMk/>
          <pc:sldMk cId="266012158" sldId="257"/>
        </pc:sldMkLst>
        <pc:spChg chg="mod">
          <ac:chgData name="Harsh Minde." userId="4728fa40ad6cbbd2" providerId="LiveId" clId="{4E4577D2-DD11-42CB-B1E3-446F6802244A}" dt="2024-01-15T10:06:23.533" v="221" actId="17032"/>
          <ac:spMkLst>
            <pc:docMk/>
            <pc:sldMk cId="266012158" sldId="257"/>
            <ac:spMk id="5" creationId="{8C70FDB0-CDD0-8942-97C3-361292ADC797}"/>
          </ac:spMkLst>
        </pc:spChg>
        <pc:picChg chg="add del">
          <ac:chgData name="Harsh Minde." userId="4728fa40ad6cbbd2" providerId="LiveId" clId="{4E4577D2-DD11-42CB-B1E3-446F6802244A}" dt="2024-01-15T09:20:38.383" v="2" actId="22"/>
          <ac:picMkLst>
            <pc:docMk/>
            <pc:sldMk cId="266012158" sldId="257"/>
            <ac:picMk id="16" creationId="{18FF41E8-622F-BCB5-E3E4-CEB431AE6CF2}"/>
          </ac:picMkLst>
        </pc:picChg>
      </pc:sldChg>
      <pc:sldChg chg="addSp delSp modSp new mod">
        <pc:chgData name="Harsh Minde." userId="4728fa40ad6cbbd2" providerId="LiveId" clId="{4E4577D2-DD11-42CB-B1E3-446F6802244A}" dt="2024-01-15T09:36:53.226" v="65" actId="17032"/>
        <pc:sldMkLst>
          <pc:docMk/>
          <pc:sldMk cId="2452005199" sldId="258"/>
        </pc:sldMkLst>
        <pc:spChg chg="add mod">
          <ac:chgData name="Harsh Minde." userId="4728fa40ad6cbbd2" providerId="LiveId" clId="{4E4577D2-DD11-42CB-B1E3-446F6802244A}" dt="2024-01-15T09:36:53.226" v="65" actId="17032"/>
          <ac:spMkLst>
            <pc:docMk/>
            <pc:sldMk cId="2452005199" sldId="258"/>
            <ac:spMk id="2" creationId="{0A94D4FD-D690-5859-D6D1-A7BD8A5B7A49}"/>
          </ac:spMkLst>
        </pc:spChg>
        <pc:picChg chg="add del mod">
          <ac:chgData name="Harsh Minde." userId="4728fa40ad6cbbd2" providerId="LiveId" clId="{4E4577D2-DD11-42CB-B1E3-446F6802244A}" dt="2024-01-15T09:32:04.690" v="35" actId="478"/>
          <ac:picMkLst>
            <pc:docMk/>
            <pc:sldMk cId="2452005199" sldId="258"/>
            <ac:picMk id="3" creationId="{48341A13-592E-3E0F-4DB6-4B431F1D4F68}"/>
          </ac:picMkLst>
        </pc:picChg>
        <pc:picChg chg="add del mod">
          <ac:chgData name="Harsh Minde." userId="4728fa40ad6cbbd2" providerId="LiveId" clId="{4E4577D2-DD11-42CB-B1E3-446F6802244A}" dt="2024-01-15T09:33:21.497" v="55" actId="478"/>
          <ac:picMkLst>
            <pc:docMk/>
            <pc:sldMk cId="2452005199" sldId="258"/>
            <ac:picMk id="4" creationId="{4AAE0342-E580-6960-D7C7-92DE387315A8}"/>
          </ac:picMkLst>
        </pc:picChg>
        <pc:picChg chg="add del mod">
          <ac:chgData name="Harsh Minde." userId="4728fa40ad6cbbd2" providerId="LiveId" clId="{4E4577D2-DD11-42CB-B1E3-446F6802244A}" dt="2024-01-15T09:32:50.037" v="47" actId="478"/>
          <ac:picMkLst>
            <pc:docMk/>
            <pc:sldMk cId="2452005199" sldId="258"/>
            <ac:picMk id="5" creationId="{40A9DBC7-A713-C3E6-D5FA-F8125BB88D6D}"/>
          </ac:picMkLst>
        </pc:picChg>
        <pc:picChg chg="add del mod">
          <ac:chgData name="Harsh Minde." userId="4728fa40ad6cbbd2" providerId="LiveId" clId="{4E4577D2-DD11-42CB-B1E3-446F6802244A}" dt="2024-01-15T09:33:49.524" v="63" actId="478"/>
          <ac:picMkLst>
            <pc:docMk/>
            <pc:sldMk cId="2452005199" sldId="258"/>
            <ac:picMk id="6" creationId="{2C9C43DB-D7A7-C0B6-A02B-469BB4E579F2}"/>
          </ac:picMkLst>
        </pc:picChg>
        <pc:picChg chg="add mod">
          <ac:chgData name="Harsh Minde." userId="4728fa40ad6cbbd2" providerId="LiveId" clId="{4E4577D2-DD11-42CB-B1E3-446F6802244A}" dt="2024-01-15T09:32:17.450" v="39" actId="1076"/>
          <ac:picMkLst>
            <pc:docMk/>
            <pc:sldMk cId="2452005199" sldId="258"/>
            <ac:picMk id="8" creationId="{2D72FC05-E17C-6E87-277E-4400E134B2C1}"/>
          </ac:picMkLst>
        </pc:picChg>
        <pc:picChg chg="add mod">
          <ac:chgData name="Harsh Minde." userId="4728fa40ad6cbbd2" providerId="LiveId" clId="{4E4577D2-DD11-42CB-B1E3-446F6802244A}" dt="2024-01-15T09:31:37.571" v="26"/>
          <ac:picMkLst>
            <pc:docMk/>
            <pc:sldMk cId="2452005199" sldId="258"/>
            <ac:picMk id="9" creationId="{F74DF6EB-5494-192C-A230-CE1E85B2EE57}"/>
          </ac:picMkLst>
        </pc:picChg>
        <pc:picChg chg="add mod">
          <ac:chgData name="Harsh Minde." userId="4728fa40ad6cbbd2" providerId="LiveId" clId="{4E4577D2-DD11-42CB-B1E3-446F6802244A}" dt="2024-01-15T09:31:52.808" v="32" actId="1076"/>
          <ac:picMkLst>
            <pc:docMk/>
            <pc:sldMk cId="2452005199" sldId="258"/>
            <ac:picMk id="10" creationId="{2D2ABA76-5454-FACE-EE89-23B6119C5F77}"/>
          </ac:picMkLst>
        </pc:picChg>
        <pc:picChg chg="add mod">
          <ac:chgData name="Harsh Minde." userId="4728fa40ad6cbbd2" providerId="LiveId" clId="{4E4577D2-DD11-42CB-B1E3-446F6802244A}" dt="2024-01-15T09:32:56.820" v="48" actId="1076"/>
          <ac:picMkLst>
            <pc:docMk/>
            <pc:sldMk cId="2452005199" sldId="258"/>
            <ac:picMk id="12" creationId="{49245CB6-7A14-E92B-DD21-A2E82B4C13D8}"/>
          </ac:picMkLst>
        </pc:picChg>
        <pc:picChg chg="add mod">
          <ac:chgData name="Harsh Minde." userId="4728fa40ad6cbbd2" providerId="LiveId" clId="{4E4577D2-DD11-42CB-B1E3-446F6802244A}" dt="2024-01-15T09:33:24.781" v="56" actId="1076"/>
          <ac:picMkLst>
            <pc:docMk/>
            <pc:sldMk cId="2452005199" sldId="258"/>
            <ac:picMk id="14" creationId="{2481059A-CDB9-289E-E280-C781208153AA}"/>
          </ac:picMkLst>
        </pc:picChg>
        <pc:picChg chg="add mod">
          <ac:chgData name="Harsh Minde." userId="4728fa40ad6cbbd2" providerId="LiveId" clId="{4E4577D2-DD11-42CB-B1E3-446F6802244A}" dt="2024-01-15T09:33:51.594" v="64" actId="1076"/>
          <ac:picMkLst>
            <pc:docMk/>
            <pc:sldMk cId="2452005199" sldId="258"/>
            <ac:picMk id="16" creationId="{270B01BB-6620-F63D-CDE0-02B545FD48E0}"/>
          </ac:picMkLst>
        </pc:picChg>
      </pc:sldChg>
      <pc:sldChg chg="addSp delSp modSp add mod">
        <pc:chgData name="Harsh Minde." userId="4728fa40ad6cbbd2" providerId="LiveId" clId="{4E4577D2-DD11-42CB-B1E3-446F6802244A}" dt="2024-01-15T09:46:13.364" v="118" actId="1076"/>
        <pc:sldMkLst>
          <pc:docMk/>
          <pc:sldMk cId="1442273612" sldId="259"/>
        </pc:sldMkLst>
        <pc:spChg chg="add mod">
          <ac:chgData name="Harsh Minde." userId="4728fa40ad6cbbd2" providerId="LiveId" clId="{4E4577D2-DD11-42CB-B1E3-446F6802244A}" dt="2024-01-15T09:39:29.849" v="68"/>
          <ac:spMkLst>
            <pc:docMk/>
            <pc:sldMk cId="1442273612" sldId="259"/>
            <ac:spMk id="2" creationId="{7C987FC3-20B3-4AAE-E2DA-F8808C3236B5}"/>
          </ac:spMkLst>
        </pc:spChg>
        <pc:picChg chg="add del mod">
          <ac:chgData name="Harsh Minde." userId="4728fa40ad6cbbd2" providerId="LiveId" clId="{4E4577D2-DD11-42CB-B1E3-446F6802244A}" dt="2024-01-15T09:43:27.431" v="81" actId="478"/>
          <ac:picMkLst>
            <pc:docMk/>
            <pc:sldMk cId="1442273612" sldId="259"/>
            <ac:picMk id="3" creationId="{8ADFA419-B508-55E1-2F4F-6B4E05263B87}"/>
          </ac:picMkLst>
        </pc:picChg>
        <pc:picChg chg="add del mod">
          <ac:chgData name="Harsh Minde." userId="4728fa40ad6cbbd2" providerId="LiveId" clId="{4E4577D2-DD11-42CB-B1E3-446F6802244A}" dt="2024-01-15T09:45:12.865" v="105" actId="478"/>
          <ac:picMkLst>
            <pc:docMk/>
            <pc:sldMk cId="1442273612" sldId="259"/>
            <ac:picMk id="4" creationId="{A7408EE9-246A-E879-96B3-081F742062C7}"/>
          </ac:picMkLst>
        </pc:picChg>
        <pc:picChg chg="add del mod">
          <ac:chgData name="Harsh Minde." userId="4728fa40ad6cbbd2" providerId="LiveId" clId="{4E4577D2-DD11-42CB-B1E3-446F6802244A}" dt="2024-01-15T09:44:28.903" v="93" actId="478"/>
          <ac:picMkLst>
            <pc:docMk/>
            <pc:sldMk cId="1442273612" sldId="259"/>
            <ac:picMk id="5" creationId="{F343855F-E2E3-73BD-6B40-168E608BB886}"/>
          </ac:picMkLst>
        </pc:picChg>
        <pc:picChg chg="add del mod">
          <ac:chgData name="Harsh Minde." userId="4728fa40ad6cbbd2" providerId="LiveId" clId="{4E4577D2-DD11-42CB-B1E3-446F6802244A}" dt="2024-01-15T09:46:11.337" v="117" actId="478"/>
          <ac:picMkLst>
            <pc:docMk/>
            <pc:sldMk cId="1442273612" sldId="259"/>
            <ac:picMk id="6" creationId="{0D819683-5B9A-8461-0477-7DE1B7313343}"/>
          </ac:picMkLst>
        </pc:picChg>
        <pc:picChg chg="add mod">
          <ac:chgData name="Harsh Minde." userId="4728fa40ad6cbbd2" providerId="LiveId" clId="{4E4577D2-DD11-42CB-B1E3-446F6802244A}" dt="2024-01-15T09:43:30.790" v="82" actId="1076"/>
          <ac:picMkLst>
            <pc:docMk/>
            <pc:sldMk cId="1442273612" sldId="259"/>
            <ac:picMk id="8" creationId="{6645FB76-490D-9831-F647-7A9BF365195B}"/>
          </ac:picMkLst>
        </pc:picChg>
        <pc:picChg chg="add mod">
          <ac:chgData name="Harsh Minde." userId="4728fa40ad6cbbd2" providerId="LiveId" clId="{4E4577D2-DD11-42CB-B1E3-446F6802244A}" dt="2024-01-15T09:44:33.314" v="94" actId="1076"/>
          <ac:picMkLst>
            <pc:docMk/>
            <pc:sldMk cId="1442273612" sldId="259"/>
            <ac:picMk id="10" creationId="{136B3C9B-9CB2-AE12-528F-DF87A819C12C}"/>
          </ac:picMkLst>
        </pc:picChg>
        <pc:picChg chg="add mod">
          <ac:chgData name="Harsh Minde." userId="4728fa40ad6cbbd2" providerId="LiveId" clId="{4E4577D2-DD11-42CB-B1E3-446F6802244A}" dt="2024-01-15T09:45:15.872" v="106" actId="1076"/>
          <ac:picMkLst>
            <pc:docMk/>
            <pc:sldMk cId="1442273612" sldId="259"/>
            <ac:picMk id="12" creationId="{7E65B39E-F80A-D9D7-D93E-2E417EC01FAB}"/>
          </ac:picMkLst>
        </pc:picChg>
        <pc:picChg chg="add mod">
          <ac:chgData name="Harsh Minde." userId="4728fa40ad6cbbd2" providerId="LiveId" clId="{4E4577D2-DD11-42CB-B1E3-446F6802244A}" dt="2024-01-15T09:46:13.364" v="118" actId="1076"/>
          <ac:picMkLst>
            <pc:docMk/>
            <pc:sldMk cId="1442273612" sldId="259"/>
            <ac:picMk id="14" creationId="{B50A8A84-9271-58B7-9AC9-E0AFFE71DFA4}"/>
          </ac:picMkLst>
        </pc:picChg>
      </pc:sldChg>
      <pc:sldChg chg="add del">
        <pc:chgData name="Harsh Minde." userId="4728fa40ad6cbbd2" providerId="LiveId" clId="{4E4577D2-DD11-42CB-B1E3-446F6802244A}" dt="2024-01-15T09:48:21.322" v="120" actId="47"/>
        <pc:sldMkLst>
          <pc:docMk/>
          <pc:sldMk cId="4243898274" sldId="260"/>
        </pc:sldMkLst>
      </pc:sldChg>
      <pc:sldChg chg="add del">
        <pc:chgData name="Harsh Minde." userId="4728fa40ad6cbbd2" providerId="LiveId" clId="{4E4577D2-DD11-42CB-B1E3-446F6802244A}" dt="2024-01-15T09:53:15.953" v="138" actId="47"/>
        <pc:sldMkLst>
          <pc:docMk/>
          <pc:sldMk cId="2206206583" sldId="261"/>
        </pc:sldMkLst>
      </pc:sldChg>
      <pc:sldChg chg="add del">
        <pc:chgData name="Harsh Minde." userId="4728fa40ad6cbbd2" providerId="LiveId" clId="{4E4577D2-DD11-42CB-B1E3-446F6802244A}" dt="2024-01-15T09:53:20.262" v="140" actId="47"/>
        <pc:sldMkLst>
          <pc:docMk/>
          <pc:sldMk cId="1622240551" sldId="262"/>
        </pc:sldMkLst>
      </pc:sldChg>
      <pc:sldChg chg="addSp modSp add del">
        <pc:chgData name="Harsh Minde." userId="4728fa40ad6cbbd2" providerId="LiveId" clId="{4E4577D2-DD11-42CB-B1E3-446F6802244A}" dt="2024-01-18T20:39:51.881" v="254" actId="47"/>
        <pc:sldMkLst>
          <pc:docMk/>
          <pc:sldMk cId="2733168626" sldId="263"/>
        </pc:sldMkLst>
        <pc:picChg chg="add mod">
          <ac:chgData name="Harsh Minde." userId="4728fa40ad6cbbd2" providerId="LiveId" clId="{4E4577D2-DD11-42CB-B1E3-446F6802244A}" dt="2024-01-18T18:29:19.972" v="229"/>
          <ac:picMkLst>
            <pc:docMk/>
            <pc:sldMk cId="2733168626" sldId="263"/>
            <ac:picMk id="3" creationId="{F2BB64BA-0F09-5EEB-9B99-818006C57DFE}"/>
          </ac:picMkLst>
        </pc:picChg>
      </pc:sldChg>
      <pc:sldChg chg="add del">
        <pc:chgData name="Harsh Minde." userId="4728fa40ad6cbbd2" providerId="LiveId" clId="{4E4577D2-DD11-42CB-B1E3-446F6802244A}" dt="2024-01-18T18:29:22.375" v="230" actId="47"/>
        <pc:sldMkLst>
          <pc:docMk/>
          <pc:sldMk cId="3358856244" sldId="264"/>
        </pc:sldMkLst>
      </pc:sldChg>
      <pc:sldChg chg="addSp delSp modSp add del mod">
        <pc:chgData name="Harsh Minde." userId="4728fa40ad6cbbd2" providerId="LiveId" clId="{4E4577D2-DD11-42CB-B1E3-446F6802244A}" dt="2024-01-18T20:39:23.498" v="251" actId="47"/>
        <pc:sldMkLst>
          <pc:docMk/>
          <pc:sldMk cId="391035026" sldId="265"/>
        </pc:sldMkLst>
        <pc:graphicFrameChg chg="add del mod modGraphic">
          <ac:chgData name="Harsh Minde." userId="4728fa40ad6cbbd2" providerId="LiveId" clId="{4E4577D2-DD11-42CB-B1E3-446F6802244A}" dt="2024-01-18T18:32:27.314" v="234" actId="478"/>
          <ac:graphicFrameMkLst>
            <pc:docMk/>
            <pc:sldMk cId="391035026" sldId="265"/>
            <ac:graphicFrameMk id="4" creationId="{15CACAA7-6F05-D87C-D092-872940EEF5B9}"/>
          </ac:graphicFrameMkLst>
        </pc:graphicFrameChg>
        <pc:graphicFrameChg chg="add del mod modGraphic">
          <ac:chgData name="Harsh Minde." userId="4728fa40ad6cbbd2" providerId="LiveId" clId="{4E4577D2-DD11-42CB-B1E3-446F6802244A}" dt="2024-01-18T18:35:17.228" v="250" actId="478"/>
          <ac:graphicFrameMkLst>
            <pc:docMk/>
            <pc:sldMk cId="391035026" sldId="265"/>
            <ac:graphicFrameMk id="5" creationId="{0D0EF733-F011-C127-C974-F4B13C2BC0CB}"/>
          </ac:graphicFrameMkLst>
        </pc:graphicFrameChg>
        <pc:picChg chg="add mod">
          <ac:chgData name="Harsh Minde." userId="4728fa40ad6cbbd2" providerId="LiveId" clId="{4E4577D2-DD11-42CB-B1E3-446F6802244A}" dt="2024-01-18T18:35:06.720" v="248" actId="1076"/>
          <ac:picMkLst>
            <pc:docMk/>
            <pc:sldMk cId="391035026" sldId="265"/>
            <ac:picMk id="3" creationId="{92A7251C-CAB5-3D83-3DA6-AEE27E15A9C5}"/>
          </ac:picMkLst>
        </pc:picChg>
      </pc:sldChg>
      <pc:sldChg chg="addSp delSp modSp add mod">
        <pc:chgData name="Harsh Minde." userId="4728fa40ad6cbbd2" providerId="LiveId" clId="{4E4577D2-DD11-42CB-B1E3-446F6802244A}" dt="2024-01-15T10:59:38.819" v="227" actId="14100"/>
        <pc:sldMkLst>
          <pc:docMk/>
          <pc:sldMk cId="437507344" sldId="266"/>
        </pc:sldMkLst>
        <pc:spChg chg="mod">
          <ac:chgData name="Harsh Minde." userId="4728fa40ad6cbbd2" providerId="LiveId" clId="{4E4577D2-DD11-42CB-B1E3-446F6802244A}" dt="2024-01-15T10:59:38.819" v="227" actId="14100"/>
          <ac:spMkLst>
            <pc:docMk/>
            <pc:sldMk cId="437507344" sldId="266"/>
            <ac:spMk id="5" creationId="{8C70FDB0-CDD0-8942-97C3-361292ADC797}"/>
          </ac:spMkLst>
        </pc:spChg>
        <pc:picChg chg="del">
          <ac:chgData name="Harsh Minde." userId="4728fa40ad6cbbd2" providerId="LiveId" clId="{4E4577D2-DD11-42CB-B1E3-446F6802244A}" dt="2024-01-15T09:49:11.984" v="132" actId="478"/>
          <ac:picMkLst>
            <pc:docMk/>
            <pc:sldMk cId="437507344" sldId="266"/>
            <ac:picMk id="8" creationId="{52BB5010-8BC9-DBE7-AB4C-715DA49A659C}"/>
          </ac:picMkLst>
        </pc:picChg>
        <pc:picChg chg="del">
          <ac:chgData name="Harsh Minde." userId="4728fa40ad6cbbd2" providerId="LiveId" clId="{4E4577D2-DD11-42CB-B1E3-446F6802244A}" dt="2024-01-15T09:48:33.701" v="123" actId="478"/>
          <ac:picMkLst>
            <pc:docMk/>
            <pc:sldMk cId="437507344" sldId="266"/>
            <ac:picMk id="10" creationId="{EC5F9ECA-A649-A6B5-9CDA-58EB98CB7519}"/>
          </ac:picMkLst>
        </pc:picChg>
        <pc:picChg chg="del mod">
          <ac:chgData name="Harsh Minde." userId="4728fa40ad6cbbd2" providerId="LiveId" clId="{4E4577D2-DD11-42CB-B1E3-446F6802244A}" dt="2024-01-15T09:48:54.051" v="127" actId="478"/>
          <ac:picMkLst>
            <pc:docMk/>
            <pc:sldMk cId="437507344" sldId="266"/>
            <ac:picMk id="12" creationId="{7EC4427D-BF13-67DE-60BE-9D83B1C152CD}"/>
          </ac:picMkLst>
        </pc:picChg>
        <pc:picChg chg="del">
          <ac:chgData name="Harsh Minde." userId="4728fa40ad6cbbd2" providerId="LiveId" clId="{4E4577D2-DD11-42CB-B1E3-446F6802244A}" dt="2024-01-15T09:49:09.807" v="131" actId="478"/>
          <ac:picMkLst>
            <pc:docMk/>
            <pc:sldMk cId="437507344" sldId="266"/>
            <ac:picMk id="14" creationId="{3A070EA5-352A-0444-A4E9-30C0D53287C9}"/>
          </ac:picMkLst>
        </pc:picChg>
        <pc:picChg chg="add mod">
          <ac:chgData name="Harsh Minde." userId="4728fa40ad6cbbd2" providerId="LiveId" clId="{4E4577D2-DD11-42CB-B1E3-446F6802244A}" dt="2024-01-15T10:05:23.661" v="218" actId="1076"/>
          <ac:picMkLst>
            <pc:docMk/>
            <pc:sldMk cId="437507344" sldId="266"/>
            <ac:picMk id="2050" creationId="{88C1378B-228F-AA70-F21F-C28506119906}"/>
          </ac:picMkLst>
        </pc:picChg>
      </pc:sldChg>
      <pc:sldChg chg="addSp delSp modSp add mod">
        <pc:chgData name="Harsh Minde." userId="4728fa40ad6cbbd2" providerId="LiveId" clId="{4E4577D2-DD11-42CB-B1E3-446F6802244A}" dt="2024-01-15T10:59:17.960" v="224" actId="14100"/>
        <pc:sldMkLst>
          <pc:docMk/>
          <pc:sldMk cId="2750383067" sldId="267"/>
        </pc:sldMkLst>
        <pc:spChg chg="mod">
          <ac:chgData name="Harsh Minde." userId="4728fa40ad6cbbd2" providerId="LiveId" clId="{4E4577D2-DD11-42CB-B1E3-446F6802244A}" dt="2024-01-15T10:59:17.960" v="224" actId="14100"/>
          <ac:spMkLst>
            <pc:docMk/>
            <pc:sldMk cId="2750383067" sldId="267"/>
            <ac:spMk id="5" creationId="{8C70FDB0-CDD0-8942-97C3-361292ADC797}"/>
          </ac:spMkLst>
        </pc:spChg>
        <pc:picChg chg="del mod">
          <ac:chgData name="Harsh Minde." userId="4728fa40ad6cbbd2" providerId="LiveId" clId="{4E4577D2-DD11-42CB-B1E3-446F6802244A}" dt="2024-01-15T09:54:38.645" v="159" actId="478"/>
          <ac:picMkLst>
            <pc:docMk/>
            <pc:sldMk cId="2750383067" sldId="267"/>
            <ac:picMk id="2050" creationId="{88C1378B-228F-AA70-F21F-C28506119906}"/>
          </ac:picMkLst>
        </pc:picChg>
        <pc:picChg chg="add mod">
          <ac:chgData name="Harsh Minde." userId="4728fa40ad6cbbd2" providerId="LiveId" clId="{4E4577D2-DD11-42CB-B1E3-446F6802244A}" dt="2024-01-15T09:53:34.076" v="143" actId="1076"/>
          <ac:picMkLst>
            <pc:docMk/>
            <pc:sldMk cId="2750383067" sldId="267"/>
            <ac:picMk id="6146" creationId="{8F55EAAE-F111-4369-9EF0-0E95E7A8DF46}"/>
          </ac:picMkLst>
        </pc:picChg>
        <pc:picChg chg="add mod">
          <ac:chgData name="Harsh Minde." userId="4728fa40ad6cbbd2" providerId="LiveId" clId="{4E4577D2-DD11-42CB-B1E3-446F6802244A}" dt="2024-01-15T10:06:53.926" v="222" actId="1076"/>
          <ac:picMkLst>
            <pc:docMk/>
            <pc:sldMk cId="2750383067" sldId="267"/>
            <ac:picMk id="6148" creationId="{02A4A275-3387-CC9D-26DE-026786282195}"/>
          </ac:picMkLst>
        </pc:picChg>
        <pc:picChg chg="add mod">
          <ac:chgData name="Harsh Minde." userId="4728fa40ad6cbbd2" providerId="LiveId" clId="{4E4577D2-DD11-42CB-B1E3-446F6802244A}" dt="2024-01-15T09:56:09.105" v="182" actId="1076"/>
          <ac:picMkLst>
            <pc:docMk/>
            <pc:sldMk cId="2750383067" sldId="267"/>
            <ac:picMk id="6150" creationId="{D4C01787-3FDD-8518-C129-E66F894DC22C}"/>
          </ac:picMkLst>
        </pc:picChg>
      </pc:sldChg>
      <pc:sldChg chg="add del">
        <pc:chgData name="Harsh Minde." userId="4728fa40ad6cbbd2" providerId="LiveId" clId="{4E4577D2-DD11-42CB-B1E3-446F6802244A}" dt="2024-01-15T10:01:31.982" v="185" actId="47"/>
        <pc:sldMkLst>
          <pc:docMk/>
          <pc:sldMk cId="2631881566" sldId="268"/>
        </pc:sldMkLst>
      </pc:sldChg>
      <pc:sldChg chg="addSp delSp modSp add mod">
        <pc:chgData name="Harsh Minde." userId="4728fa40ad6cbbd2" providerId="LiveId" clId="{4E4577D2-DD11-42CB-B1E3-446F6802244A}" dt="2024-01-15T10:59:25.309" v="225" actId="14100"/>
        <pc:sldMkLst>
          <pc:docMk/>
          <pc:sldMk cId="3851360618" sldId="269"/>
        </pc:sldMkLst>
        <pc:spChg chg="mod">
          <ac:chgData name="Harsh Minde." userId="4728fa40ad6cbbd2" providerId="LiveId" clId="{4E4577D2-DD11-42CB-B1E3-446F6802244A}" dt="2024-01-15T10:59:25.309" v="225" actId="14100"/>
          <ac:spMkLst>
            <pc:docMk/>
            <pc:sldMk cId="3851360618" sldId="269"/>
            <ac:spMk id="5" creationId="{8C70FDB0-CDD0-8942-97C3-361292ADC797}"/>
          </ac:spMkLst>
        </pc:spChg>
        <pc:picChg chg="del mod">
          <ac:chgData name="Harsh Minde." userId="4728fa40ad6cbbd2" providerId="LiveId" clId="{4E4577D2-DD11-42CB-B1E3-446F6802244A}" dt="2024-01-15T10:02:20.975" v="195" actId="478"/>
          <ac:picMkLst>
            <pc:docMk/>
            <pc:sldMk cId="3851360618" sldId="269"/>
            <ac:picMk id="6148" creationId="{02A4A275-3387-CC9D-26DE-026786282195}"/>
          </ac:picMkLst>
        </pc:picChg>
        <pc:picChg chg="del">
          <ac:chgData name="Harsh Minde." userId="4728fa40ad6cbbd2" providerId="LiveId" clId="{4E4577D2-DD11-42CB-B1E3-446F6802244A}" dt="2024-01-15T10:03:27.453" v="205" actId="478"/>
          <ac:picMkLst>
            <pc:docMk/>
            <pc:sldMk cId="3851360618" sldId="269"/>
            <ac:picMk id="6150" creationId="{D4C01787-3FDD-8518-C129-E66F894DC22C}"/>
          </ac:picMkLst>
        </pc:picChg>
        <pc:picChg chg="add mod">
          <ac:chgData name="Harsh Minde." userId="4728fa40ad6cbbd2" providerId="LiveId" clId="{4E4577D2-DD11-42CB-B1E3-446F6802244A}" dt="2024-01-15T10:01:48.537" v="188" actId="1076"/>
          <ac:picMkLst>
            <pc:docMk/>
            <pc:sldMk cId="3851360618" sldId="269"/>
            <ac:picMk id="7170" creationId="{AE73E6F1-5035-7013-758B-5D7EFFABC86E}"/>
          </ac:picMkLst>
        </pc:picChg>
        <pc:picChg chg="add mod">
          <ac:chgData name="Harsh Minde." userId="4728fa40ad6cbbd2" providerId="LiveId" clId="{4E4577D2-DD11-42CB-B1E3-446F6802244A}" dt="2024-01-15T10:02:48.243" v="197" actId="732"/>
          <ac:picMkLst>
            <pc:docMk/>
            <pc:sldMk cId="3851360618" sldId="269"/>
            <ac:picMk id="7172" creationId="{4CE0602B-321F-34C2-E829-40A50B1A9712}"/>
          </ac:picMkLst>
        </pc:picChg>
        <pc:picChg chg="add">
          <ac:chgData name="Harsh Minde." userId="4728fa40ad6cbbd2" providerId="LiveId" clId="{4E4577D2-DD11-42CB-B1E3-446F6802244A}" dt="2024-01-15T10:03:00.713" v="198"/>
          <ac:picMkLst>
            <pc:docMk/>
            <pc:sldMk cId="3851360618" sldId="269"/>
            <ac:picMk id="7174" creationId="{47B893CA-0F98-D50C-6459-64F4D3C25804}"/>
          </ac:picMkLst>
        </pc:picChg>
        <pc:picChg chg="add mod">
          <ac:chgData name="Harsh Minde." userId="4728fa40ad6cbbd2" providerId="LiveId" clId="{4E4577D2-DD11-42CB-B1E3-446F6802244A}" dt="2024-01-15T10:03:29.791" v="206" actId="1076"/>
          <ac:picMkLst>
            <pc:docMk/>
            <pc:sldMk cId="3851360618" sldId="269"/>
            <ac:picMk id="7176" creationId="{97127227-6A26-7BF2-6675-7C2FEAE6D7C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D9AFC-D061-6A4E-7244-26C919BAD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29987-C088-8EF2-78F5-D80E8F957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47B8D-90D4-2638-3A72-8E0B89C54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6C682-0E68-BC5C-F1B0-7E4F662C1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54124-18B2-4D59-73AB-9F92F60ED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756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473FE-1FDB-3122-2754-682E4B0C5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D1CF0-E4E0-F221-E665-3D762BA35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4F1CDF-2436-A127-549A-70850A570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2265DE-EA23-B5E3-2CF0-25CEA5B0E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D9A70-E320-2050-962A-C2C2412A9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9183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0CBB-E350-59FB-C83D-921149917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E6439D-9162-02F7-9C21-20239D64E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7D9357-F091-A327-CAB4-AAF92B87C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5FAA4-C6C7-C150-2464-4323D7898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4138EA-1971-57F5-D5A5-1DED88EA4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379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9CBA0-F5E6-399F-9382-8C7D75A2E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90627-2F47-4941-479C-0C2D91FB9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1567D8-4F9C-E340-D92B-D47249A873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EE532F-3FB8-3750-9667-732FDA44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4C166-8598-F908-F8D9-CEDC0FE65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B2A13-664B-3C76-5BFB-19099F23B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490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553C0-EAA0-7784-77E4-B405671F9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10FD50-4C45-21E3-DCE0-CACA368CF9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104D8-3AA5-EA9A-41D4-A2F0FD983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9B9ECC-08F7-2346-2FC1-544CFFA5B0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BF8A77-5661-CB7E-597B-516DEF57D7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8295E-1933-DF7E-A9BE-0E89CC5DD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F17A1D-4484-3D81-35BB-50E865C96E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42C65B-0362-1765-603E-CF91B6C4B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8626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7D671-6832-0092-5DFC-3BE5825AC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1BD803-FC4C-19DA-DAF7-818083C57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EEBFD3-286C-DBE6-053F-20A7030E2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A32552-26C9-AD52-6AE5-9431C0916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8677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2FF9D8-0009-56CB-913C-902DAAFF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178B82-FC9A-C6AA-E790-50F3F2683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BA64A3-4588-F402-C6F2-842A95F2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571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A7FD0-53B9-00ED-11B4-D1599C78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F317A7-0169-C0EB-FEB1-FF4166899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235651-00DD-8E60-DBE9-32231A991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DEEC90-AC27-235D-5493-0896DAA3B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24783D-C5AA-6F4A-A8B0-9C4047555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FC008F-B3CE-8652-41EE-423DD8A54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2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1889C-6BA7-7AE6-FB64-81453771D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375018-3A01-5D8F-4C3B-D541E11476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B6EB78-8A6A-E0B9-6C09-09F8A48ADC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F2B00-65BC-6DF2-3D62-ADAAB73A1C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391F1-78BE-DCC6-43D9-3F30FE569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542A2B-9862-A83B-12B0-A639D6DBB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6608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DBB04-F924-F96A-265A-3957C522C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E1EE4-A1BE-A95D-14F1-F41983A85B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C86BA-0CB4-062F-8F12-1E36CFD48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5C1AB4-3E01-95C3-4D8A-01F72C14D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299FA4-6686-FCAC-394F-E68C03F9E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8897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69915A-62C5-76BD-2208-3C12480A9A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17CDCD-49D0-1ECC-2C8F-B607C81A1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4E6BD1-515A-9205-F18D-2B7FD81E3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0CCE2-8519-B3B7-0731-3369FA227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230A0-9CFF-B8EA-4AB1-C73718D65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126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2E799-56FF-F19C-A56F-07594EC73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B667C-E00B-FC87-6388-D9685796D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EF457-9ADA-21B5-539A-2E4C1AFC9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DF45B-2D79-4897-9D37-8C40824D6561}" type="datetimeFigureOut">
              <a:rPr lang="en-IN" smtClean="0"/>
              <a:t>10-11-2025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901F17-6CFC-0703-FC18-2EA3C9FF87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C827E-B7A6-F37F-9CBC-14B6076BF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BCA9FB-5663-4401-BE02-CE5D5F1F83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1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B6EBC-8584-EDD3-6DB0-474C3384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3EC6C5-2C8A-6F07-28FA-5A18C66C0B38}"/>
              </a:ext>
            </a:extLst>
          </p:cNvPr>
          <p:cNvSpPr/>
          <p:nvPr/>
        </p:nvSpPr>
        <p:spPr>
          <a:xfrm>
            <a:off x="2721253" y="1379553"/>
            <a:ext cx="7378810" cy="388023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633791-CFBB-1E80-DC22-3DB808B8EA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4692" y="1598211"/>
            <a:ext cx="1523371" cy="3385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B96293-D40E-A92A-93B3-7D1F1F2698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117" y="1598211"/>
            <a:ext cx="1523371" cy="33852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E9310D-80B8-EDED-CAFE-3E66F29B22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5698" y="1598211"/>
            <a:ext cx="1523371" cy="33852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56968D0-815D-7B55-74AC-DC08F9CB5C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5279" y="1592115"/>
            <a:ext cx="1523371" cy="338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26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7894F-2963-E546-0679-CAAE1402F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0C0700-6E89-6CFD-3885-65E57ACD93E5}"/>
              </a:ext>
            </a:extLst>
          </p:cNvPr>
          <p:cNvSpPr/>
          <p:nvPr/>
        </p:nvSpPr>
        <p:spPr>
          <a:xfrm>
            <a:off x="2721253" y="1379553"/>
            <a:ext cx="7378810" cy="388023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65EC32-5614-D76A-E980-10E4193F74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4692" y="1598211"/>
            <a:ext cx="1523370" cy="3385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0EB89DF-7985-BC96-163A-CB33CBB96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117" y="1598211"/>
            <a:ext cx="1523370" cy="33852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9C704CE-8DA4-6884-86FA-C59A7BDF59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5698" y="1598211"/>
            <a:ext cx="1523370" cy="338526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8A560E4-29FA-18BE-E3EE-24827AA12B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95279" y="1598211"/>
            <a:ext cx="1523370" cy="338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339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4DF17-09C3-982C-7BBB-46ED6930D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DECB15-3EAA-0752-EC30-30322475B722}"/>
              </a:ext>
            </a:extLst>
          </p:cNvPr>
          <p:cNvSpPr/>
          <p:nvPr/>
        </p:nvSpPr>
        <p:spPr>
          <a:xfrm>
            <a:off x="2721253" y="1379553"/>
            <a:ext cx="7378810" cy="3880237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0CAC491-C81D-76D4-09D2-8A1E85BF81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84692" y="1598211"/>
            <a:ext cx="1523370" cy="338526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B44AAC7-659D-6267-0F19-E10F677CF8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56117" y="1598211"/>
            <a:ext cx="1523370" cy="33852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71B541-0C7B-7022-C581-7948FD00D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25698" y="1598211"/>
            <a:ext cx="1523370" cy="338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68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Harsh Minde.</dc:creator>
  <cp:lastModifiedBy>Harsh Minde.</cp:lastModifiedBy>
  <cp:revision>110</cp:revision>
  <dcterms:created xsi:type="dcterms:W3CDTF">2024-01-15T09:18:47Z</dcterms:created>
  <dcterms:modified xsi:type="dcterms:W3CDTF">2025-11-10T13:04:06Z</dcterms:modified>
</cp:coreProperties>
</file>